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6A78-02BF-1621-F3F0-07634A283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C217A-2691-E441-5441-59BF9479A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81CF0-4C4F-66D9-39EB-AE9DA644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FABE0-8109-9E48-D458-1354DA15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E1D2-C64B-567D-1756-BAA8BC10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462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C56C-786A-E69E-F626-5AEB8D06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70FC-898D-ABD7-43C0-9C462DA6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7125D-5C0F-7E7E-B0C0-85CB4697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568D0-31D9-BE64-4DA5-F1377989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A0D0B-C8CD-C9D5-A6C8-254033E0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848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60C-72ED-D565-302B-6C9E373E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1C2E8-DDFC-11B7-D080-7EEED78F5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59B18-D206-0E9D-F480-655C99AE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74B05-785C-E9AF-72D5-B7E9AEA2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09D96-9768-CE11-6D42-0A4F9A53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050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3CF9-6372-EE72-D60F-DA1F31A6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613DB-8EF2-EBC0-E5B9-230BDD5B6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D253C-B18F-E57C-78ED-C0B5D5D40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E444B-414D-24C4-0CBF-322A7D22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03880-3E0B-C9F2-9620-F683BE2F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854A6-9BF9-6633-A76C-5EADC59F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5851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5296-7199-E18F-20C4-B4F2DF61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11046-46F2-76EC-83D9-26FC4F072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6CD36-106E-A731-9A8C-10A766B2F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74CB2-03D8-24EB-74DE-B34867588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C963B-739D-1C2A-9343-C53D7BC4A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108699-EDB8-1243-5222-394B2FB8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AAF7B-2ED8-1D74-EB3A-91646D13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C00FE-6DF4-BDBE-F937-576A0E97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460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F7DA-404C-7A64-B546-0A3587B5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577D0-1D0B-75F0-927D-7ABAF3E2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45A62-0EC5-1F69-B396-AD663C40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2CF60-DBAC-31D3-13F0-328CD778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678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A7E97-1845-8E47-6A29-97C9660F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5C03A-0E5C-D3B3-49B6-A6E177D2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A3A19-B85C-137B-56EE-F8376B87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838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95B6-3AD8-C70C-6400-B2C45097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09A5-8694-478C-5B63-9EA866E76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E4AEB-D7D9-906B-4033-238ACD6CC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AC2EA-DB50-125A-3FA2-23E899CE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D0746-FC5A-0452-AF4B-5045172B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6533F-D200-4FDE-1297-0E803D20A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62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58DD-D51A-30D2-6218-122FCCAD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03BAE-C99B-D6B5-822A-D46858B50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C8B82-9121-7C7F-9E59-2F4C8B984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CF2A4-0D7A-465B-D15B-606E6407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E60CF-46BE-3FB2-EFF1-46CFD694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2AC7A-94A2-5916-1446-B33B1A43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221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6E2F-2084-1C67-B0F8-87C5C497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2414C-9BF2-B69F-C502-A2F7BBF16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8038A-C738-92A8-5A52-46DF78E2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5CF-4FA7-D677-FD2A-8536A242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B0564-6A57-D49D-2699-6F7337F1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09740-697A-E23C-007A-D0A787D89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DFF98-FB17-0D46-78A6-291B42145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31CAC-9C4D-FBE8-AD1B-F7EBF6448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D72FC-B1CA-E55B-EB35-153A01E0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6C0BE-6084-CFE9-BF28-98EFC645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868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727D63-E4AD-785D-4CC4-D4238C03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F5222-4A8D-BCB1-51A3-DDE7C44AA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908A4-6F79-8987-0E4E-ADF7EE3C9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8CD4E-522A-488B-AA72-953BF556AC79}" type="datetimeFigureOut">
              <a:rPr lang="da-DK" smtClean="0"/>
              <a:t>01-07-2025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7739B-E2AA-A8E0-C09E-501F325F3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EB7B-928F-EE19-F0D1-3FEF99024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C7339-DD28-4CC0-8D17-7712E9F1A21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298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D3F24B-C153-1313-1FA4-C7159D57CC8B}"/>
              </a:ext>
            </a:extLst>
          </p:cNvPr>
          <p:cNvSpPr/>
          <p:nvPr/>
        </p:nvSpPr>
        <p:spPr>
          <a:xfrm>
            <a:off x="4384642" y="2713158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2800" dirty="0"/>
              <a:t>OS2skoledata</a:t>
            </a:r>
          </a:p>
          <a:p>
            <a:pPr algn="ctr"/>
            <a:r>
              <a:rPr lang="da-DK" sz="2800" dirty="0"/>
              <a:t>core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362EFB-2944-F5DC-6BBF-85C2DFFDA48D}"/>
              </a:ext>
            </a:extLst>
          </p:cNvPr>
          <p:cNvSpPr/>
          <p:nvPr/>
        </p:nvSpPr>
        <p:spPr>
          <a:xfrm>
            <a:off x="474357" y="1713426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Skolegrunddata - STIL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D498B5-6E7A-19AF-6640-4DF7487F8168}"/>
              </a:ext>
            </a:extLst>
          </p:cNvPr>
          <p:cNvSpPr/>
          <p:nvPr/>
        </p:nvSpPr>
        <p:spPr>
          <a:xfrm>
            <a:off x="9012874" y="356144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Active Directory (AD)</a:t>
            </a:r>
          </a:p>
          <a:p>
            <a:pPr algn="ctr"/>
            <a:r>
              <a:rPr lang="da-DK" sz="1050" dirty="0"/>
              <a:t>On-</a:t>
            </a:r>
            <a:r>
              <a:rPr lang="da-DK" sz="1050" dirty="0" err="1"/>
              <a:t>premise</a:t>
            </a:r>
            <a:endParaRPr lang="da-DK" dirty="0"/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OS2skoledata opretter, opdaterer og nedlægger brugere, enheder og grupper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B16606-F194-4229-2DBE-8206F613BF01}"/>
              </a:ext>
            </a:extLst>
          </p:cNvPr>
          <p:cNvSpPr/>
          <p:nvPr/>
        </p:nvSpPr>
        <p:spPr>
          <a:xfrm>
            <a:off x="9012875" y="2717632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 err="1"/>
              <a:t>Azure</a:t>
            </a:r>
            <a:r>
              <a:rPr lang="da-DK" dirty="0"/>
              <a:t> AD (AAD)</a:t>
            </a:r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OS2skoledata opretter, opdaterer og nedlægger brugere, grupper og teams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9C434-E811-AFF6-031B-934EB91AA0C7}"/>
              </a:ext>
            </a:extLst>
          </p:cNvPr>
          <p:cNvSpPr/>
          <p:nvPr/>
        </p:nvSpPr>
        <p:spPr>
          <a:xfrm>
            <a:off x="9012875" y="1542541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  <a:p>
            <a:pPr algn="ctr"/>
            <a:r>
              <a:rPr lang="da-DK" dirty="0"/>
              <a:t>Google Workspace</a:t>
            </a:r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OS2skoledata opretter, opdaterer og nedlægger brugere, enheder, drev og grupper</a:t>
            </a:r>
          </a:p>
          <a:p>
            <a:pPr algn="ctr"/>
            <a:endParaRPr lang="da-DK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92296-6496-93CE-268C-403723E60D71}"/>
              </a:ext>
            </a:extLst>
          </p:cNvPr>
          <p:cNvCxnSpPr>
            <a:cxnSpLocks/>
          </p:cNvCxnSpPr>
          <p:nvPr/>
        </p:nvCxnSpPr>
        <p:spPr>
          <a:xfrm>
            <a:off x="2986733" y="2253484"/>
            <a:ext cx="1397904" cy="999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23211A-67C8-2438-D0D1-DD6740392352}"/>
              </a:ext>
            </a:extLst>
          </p:cNvPr>
          <p:cNvCxnSpPr>
            <a:cxnSpLocks/>
          </p:cNvCxnSpPr>
          <p:nvPr/>
        </p:nvCxnSpPr>
        <p:spPr>
          <a:xfrm flipV="1">
            <a:off x="6897021" y="897050"/>
            <a:ext cx="2115857" cy="1816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E6BC13-B35C-5527-4996-F8C959017FE4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897021" y="2107383"/>
            <a:ext cx="2115854" cy="889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9B586E-00B2-3AE0-47C6-DBD95A2B9E82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6897023" y="3278000"/>
            <a:ext cx="2115852" cy="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AD1B17B-172B-1D16-BA93-883FFF9539E5}"/>
              </a:ext>
            </a:extLst>
          </p:cNvPr>
          <p:cNvSpPr/>
          <p:nvPr/>
        </p:nvSpPr>
        <p:spPr>
          <a:xfrm>
            <a:off x="9012874" y="5220191"/>
            <a:ext cx="2512381" cy="126588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600" dirty="0" err="1"/>
              <a:t>SQLSync</a:t>
            </a:r>
            <a:r>
              <a:rPr lang="da-DK" sz="1600" dirty="0"/>
              <a:t> (MySQL/</a:t>
            </a:r>
            <a:r>
              <a:rPr lang="da-DK" sz="1600" dirty="0" err="1"/>
              <a:t>MariaDB</a:t>
            </a:r>
            <a:r>
              <a:rPr lang="da-DK" sz="1600" dirty="0"/>
              <a:t>)</a:t>
            </a:r>
          </a:p>
          <a:p>
            <a:pPr algn="ctr"/>
            <a:r>
              <a:rPr lang="da-DK" sz="1050" dirty="0"/>
              <a:t>On-</a:t>
            </a:r>
            <a:r>
              <a:rPr lang="da-DK" sz="1050" dirty="0" err="1"/>
              <a:t>premise</a:t>
            </a:r>
            <a:endParaRPr lang="da-DK" sz="1050" dirty="0"/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OS2skoledata vedligeholder en lokal database med data svarende til det vi har i vores database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43536-7FD0-D6BA-AC2D-76ECADED3B27}"/>
              </a:ext>
            </a:extLst>
          </p:cNvPr>
          <p:cNvSpPr txBox="1"/>
          <p:nvPr/>
        </p:nvSpPr>
        <p:spPr>
          <a:xfrm>
            <a:off x="3414094" y="2321406"/>
            <a:ext cx="902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WS17</a:t>
            </a:r>
            <a:endParaRPr lang="da-DK" sz="10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93754F-A6B7-7296-F843-E13C56155B6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896463" y="3696088"/>
            <a:ext cx="2116411" cy="2157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A03BF5E-F880-6E9E-C200-806D5773995E}"/>
              </a:ext>
            </a:extLst>
          </p:cNvPr>
          <p:cNvSpPr/>
          <p:nvPr/>
        </p:nvSpPr>
        <p:spPr>
          <a:xfrm>
            <a:off x="4384082" y="5375892"/>
            <a:ext cx="2512381" cy="127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2000" dirty="0"/>
              <a:t>Lønkontrol</a:t>
            </a:r>
          </a:p>
          <a:p>
            <a:pPr algn="ctr"/>
            <a:r>
              <a:rPr lang="da-DK" sz="1050" dirty="0"/>
              <a:t>On-</a:t>
            </a:r>
            <a:r>
              <a:rPr lang="da-DK" sz="1050" dirty="0" err="1"/>
              <a:t>premise</a:t>
            </a:r>
            <a:endParaRPr lang="da-DK" sz="1050" dirty="0"/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Vedligeholder en sikkerhedsgruppe med aktive ansættelser(OPUS, SQL eller </a:t>
            </a:r>
            <a:r>
              <a:rPr lang="da-DK" sz="1200" dirty="0" err="1">
                <a:solidFill>
                  <a:schemeClr val="accent1"/>
                </a:solidFill>
              </a:rPr>
              <a:t>Sofd</a:t>
            </a:r>
            <a:r>
              <a:rPr lang="da-DK" sz="1200" dirty="0">
                <a:solidFill>
                  <a:schemeClr val="accent1"/>
                </a:solidFill>
              </a:rPr>
              <a:t>), og sender ansættelser tilbage til OS2skoledata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5F4EE2-43D9-636E-2169-06A894EE74D4}"/>
              </a:ext>
            </a:extLst>
          </p:cNvPr>
          <p:cNvCxnSpPr>
            <a:cxnSpLocks/>
            <a:stCxn id="2" idx="2"/>
            <a:endCxn id="32" idx="0"/>
          </p:cNvCxnSpPr>
          <p:nvPr/>
        </p:nvCxnSpPr>
        <p:spPr>
          <a:xfrm flipH="1">
            <a:off x="5640273" y="3842841"/>
            <a:ext cx="560" cy="1533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B91668E-39F6-450D-4516-149F44721E23}"/>
              </a:ext>
            </a:extLst>
          </p:cNvPr>
          <p:cNvCxnSpPr>
            <a:cxnSpLocks/>
          </p:cNvCxnSpPr>
          <p:nvPr/>
        </p:nvCxnSpPr>
        <p:spPr>
          <a:xfrm flipV="1">
            <a:off x="5834066" y="3857367"/>
            <a:ext cx="0" cy="1518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95EECC5-4579-FD73-52FD-A6F82B5F9D6E}"/>
              </a:ext>
            </a:extLst>
          </p:cNvPr>
          <p:cNvSpPr/>
          <p:nvPr/>
        </p:nvSpPr>
        <p:spPr>
          <a:xfrm>
            <a:off x="4384637" y="1301055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2000" dirty="0"/>
              <a:t>Brugergrænseflade</a:t>
            </a:r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Se kommende ændringer, administrer klienter, lås institutioner op, håndter kodeord på elever</a:t>
            </a: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96AD217A-CDFA-7AFA-5851-689BE09BB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6131" y="624253"/>
            <a:ext cx="621927" cy="6219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7DB02A1-2E91-7351-5486-FE13F0F3DAF9}"/>
              </a:ext>
            </a:extLst>
          </p:cNvPr>
          <p:cNvSpPr/>
          <p:nvPr/>
        </p:nvSpPr>
        <p:spPr>
          <a:xfrm>
            <a:off x="474357" y="3717723"/>
            <a:ext cx="2512381" cy="11296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Lokal datakilde</a:t>
            </a:r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Valgfrit. Lokal kilde er styrende for oprettelse og sletning af ansatte og eksterne, men der beriges med data fra STIL</a:t>
            </a:r>
            <a:endParaRPr lang="da-DK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83FA59-70EB-7870-E21C-17C1939A92CF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2986738" y="3278000"/>
            <a:ext cx="1397904" cy="1004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4B86F4-709B-ADA5-87B9-44305B2876DB}"/>
              </a:ext>
            </a:extLst>
          </p:cNvPr>
          <p:cNvSpPr txBox="1"/>
          <p:nvPr/>
        </p:nvSpPr>
        <p:spPr>
          <a:xfrm>
            <a:off x="3302184" y="3999572"/>
            <a:ext cx="1126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Import API</a:t>
            </a:r>
            <a:endParaRPr lang="da-DK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3AFCD-241F-9A86-5902-092008EE8BF3}"/>
              </a:ext>
            </a:extLst>
          </p:cNvPr>
          <p:cNvSpPr/>
          <p:nvPr/>
        </p:nvSpPr>
        <p:spPr>
          <a:xfrm>
            <a:off x="9012874" y="3886195"/>
            <a:ext cx="2512381" cy="127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2000" dirty="0"/>
              <a:t>Apple School Manager</a:t>
            </a:r>
            <a:endParaRPr lang="da-DK" sz="1050" dirty="0"/>
          </a:p>
          <a:p>
            <a:pPr algn="ctr"/>
            <a:r>
              <a:rPr lang="da-DK" sz="1200" dirty="0">
                <a:solidFill>
                  <a:schemeClr val="accent1"/>
                </a:solidFill>
              </a:rPr>
              <a:t>Danner en række CSV-filer efter Apple standard og uploader via SFTP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FFA0AE-7DDE-AD3B-DD1C-E81CEBCC5F55}"/>
              </a:ext>
            </a:extLst>
          </p:cNvPr>
          <p:cNvSpPr txBox="1"/>
          <p:nvPr/>
        </p:nvSpPr>
        <p:spPr>
          <a:xfrm>
            <a:off x="5751038" y="4540924"/>
            <a:ext cx="1213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/>
              <a:t>Aktive ansættelser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51BE04-CE76-983C-597A-5BEFB0A24FC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896463" y="3523358"/>
            <a:ext cx="2116411" cy="998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0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9" grpId="0" animBg="1"/>
      <p:bldP spid="20" grpId="0"/>
      <p:bldP spid="32" grpId="0" animBg="1"/>
      <p:bldP spid="60" grpId="0" animBg="1"/>
      <p:bldP spid="9" grpId="0" animBg="1"/>
      <p:bldP spid="21" grpId="0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75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155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Amalie Bojsen</dc:creator>
  <cp:lastModifiedBy>Amalie Bojsen</cp:lastModifiedBy>
  <cp:revision>9</cp:revision>
  <dcterms:created xsi:type="dcterms:W3CDTF">2025-03-26T13:35:44Z</dcterms:created>
  <dcterms:modified xsi:type="dcterms:W3CDTF">2025-07-01T08:02:52Z</dcterms:modified>
</cp:coreProperties>
</file>